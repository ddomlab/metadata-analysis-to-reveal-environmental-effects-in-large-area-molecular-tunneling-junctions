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rawings/drawing1.xml" ContentType="application/vnd.openxmlformats-officedocument.drawingml.chartshapes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09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CarmMEC\Desktop\MEC\Analyzed%20Data\TS%20Au\Purified%20Thiol%20Summary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autoTitleDeleted val="1"/>
    <c:plotArea>
      <c:layout/>
      <c:scatterChart>
        <c:scatterStyle val="lineMarker"/>
        <c:ser>
          <c:idx val="0"/>
          <c:order val="0"/>
          <c:tx>
            <c:v>Evens</c:v>
          </c:tx>
          <c:spPr>
            <a:ln>
              <a:noFill/>
            </a:ln>
          </c:spPr>
          <c:marker>
            <c:symbol val="circle"/>
            <c:size val="5"/>
            <c:spPr>
              <a:solidFill>
                <a:schemeClr val="tx1"/>
              </a:solidFill>
              <a:ln>
                <a:noFill/>
              </a:ln>
            </c:spPr>
          </c:marker>
          <c:trendline>
            <c:trendlineType val="exp"/>
          </c:trendline>
          <c:xVal>
            <c:numLit>
              <c:formatCode>General</c:formatCode>
              <c:ptCount val="4"/>
              <c:pt idx="0">
                <c:v>10</c:v>
              </c:pt>
              <c:pt idx="1">
                <c:v>12</c:v>
              </c:pt>
              <c:pt idx="2">
                <c:v>14</c:v>
              </c:pt>
              <c:pt idx="3">
                <c:v>16</c:v>
              </c:pt>
            </c:numLit>
          </c:xVal>
          <c:yVal>
            <c:numRef>
              <c:f>(average_trace_bin75!$B$49,average_trace_bin75!$J$25,average_trace_bin75!$B$25,average_trace_bin75!$J$2)</c:f>
              <c:numCache>
                <c:formatCode>General</c:formatCode>
                <c:ptCount val="4"/>
                <c:pt idx="0">
                  <c:v>6.7524000000000013E-3</c:v>
                </c:pt>
                <c:pt idx="1">
                  <c:v>1.0242999999999999E-3</c:v>
                </c:pt>
                <c:pt idx="2">
                  <c:v>1.6208000000000002E-4</c:v>
                </c:pt>
                <c:pt idx="3" formatCode="0.00E+00">
                  <c:v>9.0592000000000064E-6</c:v>
                </c:pt>
              </c:numCache>
            </c:numRef>
          </c:yVal>
        </c:ser>
        <c:ser>
          <c:idx val="1"/>
          <c:order val="1"/>
          <c:tx>
            <c:v>errup evens</c:v>
          </c:tx>
          <c:spPr>
            <a:ln>
              <a:noFill/>
            </a:ln>
          </c:spPr>
          <c:marker>
            <c:symbol val="dash"/>
            <c:size val="8"/>
            <c:spPr>
              <a:solidFill>
                <a:schemeClr val="tx1"/>
              </a:solidFill>
              <a:ln>
                <a:noFill/>
              </a:ln>
            </c:spPr>
          </c:marker>
          <c:xVal>
            <c:numLit>
              <c:formatCode>General</c:formatCode>
              <c:ptCount val="4"/>
              <c:pt idx="0">
                <c:v>10</c:v>
              </c:pt>
              <c:pt idx="1">
                <c:v>12</c:v>
              </c:pt>
              <c:pt idx="2">
                <c:v>14</c:v>
              </c:pt>
              <c:pt idx="3">
                <c:v>16</c:v>
              </c:pt>
            </c:numLit>
          </c:xVal>
          <c:yVal>
            <c:numRef>
              <c:f>(average_trace_bin75!$D$49,average_trace_bin75!$L$25,average_trace_bin75!$D$25,average_trace_bin75!$L$2)</c:f>
              <c:numCache>
                <c:formatCode>General</c:formatCode>
                <c:ptCount val="4"/>
                <c:pt idx="0">
                  <c:v>2.5597000000000005E-2</c:v>
                </c:pt>
                <c:pt idx="1">
                  <c:v>6.4668000000000017E-3</c:v>
                </c:pt>
                <c:pt idx="2">
                  <c:v>9.5139000000000042E-4</c:v>
                </c:pt>
                <c:pt idx="3" formatCode="0.00E+00">
                  <c:v>3.0034000000000014E-5</c:v>
                </c:pt>
              </c:numCache>
            </c:numRef>
          </c:yVal>
        </c:ser>
        <c:ser>
          <c:idx val="2"/>
          <c:order val="2"/>
          <c:tx>
            <c:v>errdown evens</c:v>
          </c:tx>
          <c:spPr>
            <a:ln>
              <a:noFill/>
            </a:ln>
          </c:spPr>
          <c:marker>
            <c:symbol val="dash"/>
            <c:size val="8"/>
            <c:spPr>
              <a:solidFill>
                <a:schemeClr val="tx1"/>
              </a:solidFill>
              <a:ln>
                <a:noFill/>
              </a:ln>
            </c:spPr>
          </c:marker>
          <c:xVal>
            <c:numLit>
              <c:formatCode>General</c:formatCode>
              <c:ptCount val="4"/>
              <c:pt idx="0">
                <c:v>10</c:v>
              </c:pt>
              <c:pt idx="1">
                <c:v>12</c:v>
              </c:pt>
              <c:pt idx="2">
                <c:v>14</c:v>
              </c:pt>
              <c:pt idx="3">
                <c:v>16</c:v>
              </c:pt>
            </c:numLit>
          </c:xVal>
          <c:yVal>
            <c:numRef>
              <c:f>(average_trace_bin75!$E$49,average_trace_bin75!$M$25,average_trace_bin75!$E$25,average_trace_bin75!$M$2)</c:f>
              <c:numCache>
                <c:formatCode>General</c:formatCode>
                <c:ptCount val="4"/>
                <c:pt idx="0">
                  <c:v>1.7813000000000006E-3</c:v>
                </c:pt>
                <c:pt idx="1">
                  <c:v>1.6224000000000005E-4</c:v>
                </c:pt>
                <c:pt idx="2" formatCode="0.00E+00">
                  <c:v>2.7613000000000015E-5</c:v>
                </c:pt>
                <c:pt idx="3" formatCode="0.00E+00">
                  <c:v>2.7325000000000009E-6</c:v>
                </c:pt>
              </c:numCache>
            </c:numRef>
          </c:yVal>
        </c:ser>
        <c:ser>
          <c:idx val="3"/>
          <c:order val="3"/>
          <c:spPr>
            <a:ln w="15875">
              <a:solidFill>
                <a:schemeClr val="tx1"/>
              </a:solidFill>
            </a:ln>
          </c:spPr>
          <c:marker>
            <c:spPr>
              <a:noFill/>
              <a:ln>
                <a:noFill/>
              </a:ln>
            </c:spPr>
          </c:marker>
          <c:xVal>
            <c:numLit>
              <c:formatCode>General</c:formatCode>
              <c:ptCount val="2"/>
              <c:pt idx="0">
                <c:v>10</c:v>
              </c:pt>
              <c:pt idx="1">
                <c:v>10</c:v>
              </c:pt>
            </c:numLit>
          </c:xVal>
          <c:yVal>
            <c:numRef>
              <c:f>(average_trace_bin75!$D$49,average_trace_bin75!$E$49)</c:f>
              <c:numCache>
                <c:formatCode>General</c:formatCode>
                <c:ptCount val="2"/>
                <c:pt idx="0">
                  <c:v>2.5597000000000005E-2</c:v>
                </c:pt>
                <c:pt idx="1">
                  <c:v>1.7813000000000006E-3</c:v>
                </c:pt>
              </c:numCache>
            </c:numRef>
          </c:yVal>
        </c:ser>
        <c:ser>
          <c:idx val="4"/>
          <c:order val="4"/>
          <c:spPr>
            <a:ln w="15875">
              <a:solidFill>
                <a:prstClr val="black"/>
              </a:solidFill>
            </a:ln>
          </c:spPr>
          <c:marker>
            <c:spPr>
              <a:noFill/>
              <a:ln>
                <a:noFill/>
              </a:ln>
            </c:spPr>
          </c:marker>
          <c:xVal>
            <c:numLit>
              <c:formatCode>General</c:formatCode>
              <c:ptCount val="2"/>
              <c:pt idx="0">
                <c:v>12</c:v>
              </c:pt>
              <c:pt idx="1">
                <c:v>12</c:v>
              </c:pt>
            </c:numLit>
          </c:xVal>
          <c:yVal>
            <c:numRef>
              <c:f>(average_trace_bin75!$L$25,average_trace_bin75!$M$25)</c:f>
              <c:numCache>
                <c:formatCode>General</c:formatCode>
                <c:ptCount val="2"/>
                <c:pt idx="0">
                  <c:v>6.4668000000000017E-3</c:v>
                </c:pt>
                <c:pt idx="1">
                  <c:v>1.6224000000000005E-4</c:v>
                </c:pt>
              </c:numCache>
            </c:numRef>
          </c:yVal>
        </c:ser>
        <c:ser>
          <c:idx val="5"/>
          <c:order val="5"/>
          <c:spPr>
            <a:ln w="15875">
              <a:solidFill>
                <a:prstClr val="black"/>
              </a:solidFill>
            </a:ln>
          </c:spPr>
          <c:marker>
            <c:spPr>
              <a:noFill/>
              <a:ln>
                <a:noFill/>
              </a:ln>
            </c:spPr>
          </c:marker>
          <c:xVal>
            <c:numLit>
              <c:formatCode>General</c:formatCode>
              <c:ptCount val="2"/>
              <c:pt idx="0">
                <c:v>14</c:v>
              </c:pt>
              <c:pt idx="1">
                <c:v>14</c:v>
              </c:pt>
            </c:numLit>
          </c:xVal>
          <c:yVal>
            <c:numRef>
              <c:f>(average_trace_bin75!$D$25,average_trace_bin75!$E$25)</c:f>
              <c:numCache>
                <c:formatCode>0.00E+00</c:formatCode>
                <c:ptCount val="2"/>
                <c:pt idx="0" formatCode="General">
                  <c:v>9.5139000000000042E-4</c:v>
                </c:pt>
                <c:pt idx="1">
                  <c:v>2.7613000000000015E-5</c:v>
                </c:pt>
              </c:numCache>
            </c:numRef>
          </c:yVal>
        </c:ser>
        <c:ser>
          <c:idx val="6"/>
          <c:order val="6"/>
          <c:spPr>
            <a:ln w="15875">
              <a:solidFill>
                <a:prstClr val="black"/>
              </a:solidFill>
            </a:ln>
          </c:spPr>
          <c:marker>
            <c:spPr>
              <a:noFill/>
              <a:ln>
                <a:noFill/>
              </a:ln>
            </c:spPr>
          </c:marker>
          <c:xVal>
            <c:numLit>
              <c:formatCode>General</c:formatCode>
              <c:ptCount val="2"/>
              <c:pt idx="0">
                <c:v>16</c:v>
              </c:pt>
              <c:pt idx="1">
                <c:v>16</c:v>
              </c:pt>
            </c:numLit>
          </c:xVal>
          <c:yVal>
            <c:numRef>
              <c:f>(average_trace_bin75!$L$2,average_trace_bin75!$M$2)</c:f>
              <c:numCache>
                <c:formatCode>0.00E+00</c:formatCode>
                <c:ptCount val="2"/>
                <c:pt idx="0">
                  <c:v>3.0034000000000014E-5</c:v>
                </c:pt>
                <c:pt idx="1">
                  <c:v>2.7325000000000009E-6</c:v>
                </c:pt>
              </c:numCache>
            </c:numRef>
          </c:yVal>
        </c:ser>
        <c:ser>
          <c:idx val="7"/>
          <c:order val="7"/>
          <c:tx>
            <c:v>Odds</c:v>
          </c:tx>
          <c:spPr>
            <a:ln w="28575">
              <a:noFill/>
            </a:ln>
          </c:spPr>
          <c:marker>
            <c:symbol val="square"/>
            <c:size val="5"/>
            <c:spPr>
              <a:solidFill>
                <a:srgbClr val="FF0000"/>
              </a:solidFill>
              <a:ln>
                <a:solidFill>
                  <a:srgbClr val="FF0000"/>
                </a:solidFill>
              </a:ln>
            </c:spPr>
          </c:marker>
          <c:trendline>
            <c:spPr>
              <a:ln>
                <a:solidFill>
                  <a:srgbClr val="FF0000"/>
                </a:solidFill>
              </a:ln>
            </c:spPr>
            <c:trendlineType val="exp"/>
          </c:trendline>
          <c:xVal>
            <c:numLit>
              <c:formatCode>General</c:formatCode>
              <c:ptCount val="4"/>
              <c:pt idx="0">
                <c:v>9</c:v>
              </c:pt>
              <c:pt idx="1">
                <c:v>11</c:v>
              </c:pt>
              <c:pt idx="2">
                <c:v>13</c:v>
              </c:pt>
              <c:pt idx="3">
                <c:v>15</c:v>
              </c:pt>
            </c:numLit>
          </c:xVal>
          <c:yVal>
            <c:numRef>
              <c:f>(average_trace_bin75!$D$95,average_trace_bin75!$Z$52,average_trace_bin75!$N$95,average_trace_bin75!$D$92)</c:f>
              <c:numCache>
                <c:formatCode>General</c:formatCode>
                <c:ptCount val="4"/>
                <c:pt idx="0">
                  <c:v>6.7963000000000016E-3</c:v>
                </c:pt>
                <c:pt idx="1">
                  <c:v>5.7358000000000018E-4</c:v>
                </c:pt>
                <c:pt idx="2" formatCode="0.00E+00">
                  <c:v>8.1469000000000016E-5</c:v>
                </c:pt>
                <c:pt idx="3" formatCode="0.00E+00">
                  <c:v>2.086900000000001E-5</c:v>
                </c:pt>
              </c:numCache>
            </c:numRef>
          </c:yVal>
        </c:ser>
        <c:ser>
          <c:idx val="8"/>
          <c:order val="8"/>
          <c:tx>
            <c:v>errup odds</c:v>
          </c:tx>
          <c:spPr>
            <a:ln w="28575">
              <a:noFill/>
            </a:ln>
          </c:spPr>
          <c:marker>
            <c:symbol val="dash"/>
            <c:size val="8"/>
            <c:spPr>
              <a:solidFill>
                <a:schemeClr val="tx1"/>
              </a:solidFill>
              <a:ln>
                <a:noFill/>
              </a:ln>
            </c:spPr>
          </c:marker>
          <c:xVal>
            <c:numLit>
              <c:formatCode>General</c:formatCode>
              <c:ptCount val="1"/>
              <c:pt idx="0">
                <c:v>15</c:v>
              </c:pt>
            </c:numLit>
          </c:xVal>
          <c:yVal>
            <c:numRef>
              <c:f>average_trace_bin75!$F$92</c:f>
              <c:numCache>
                <c:formatCode>0.00E+00</c:formatCode>
                <c:ptCount val="1"/>
                <c:pt idx="0">
                  <c:v>4.8785000000000022E-5</c:v>
                </c:pt>
              </c:numCache>
            </c:numRef>
          </c:yVal>
        </c:ser>
        <c:ser>
          <c:idx val="9"/>
          <c:order val="9"/>
          <c:tx>
            <c:v>errdown odds</c:v>
          </c:tx>
          <c:spPr>
            <a:ln w="28575">
              <a:noFill/>
            </a:ln>
          </c:spPr>
          <c:marker>
            <c:symbol val="dash"/>
            <c:size val="8"/>
            <c:spPr>
              <a:solidFill>
                <a:schemeClr val="tx1"/>
              </a:solidFill>
              <a:ln>
                <a:noFill/>
              </a:ln>
            </c:spPr>
          </c:marker>
          <c:xVal>
            <c:numLit>
              <c:formatCode>General</c:formatCode>
              <c:ptCount val="1"/>
              <c:pt idx="0">
                <c:v>15</c:v>
              </c:pt>
            </c:numLit>
          </c:xVal>
          <c:yVal>
            <c:numRef>
              <c:f>average_trace_bin75!$G$92</c:f>
              <c:numCache>
                <c:formatCode>0.00E+00</c:formatCode>
                <c:ptCount val="1"/>
                <c:pt idx="0">
                  <c:v>8.9274000000000037E-6</c:v>
                </c:pt>
              </c:numCache>
            </c:numRef>
          </c:yVal>
        </c:ser>
        <c:ser>
          <c:idx val="10"/>
          <c:order val="10"/>
          <c:spPr>
            <a:ln w="15875">
              <a:solidFill>
                <a:srgbClr val="FF0000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15</c:v>
              </c:pt>
              <c:pt idx="1">
                <c:v>15</c:v>
              </c:pt>
            </c:numLit>
          </c:xVal>
          <c:yVal>
            <c:numRef>
              <c:f>(average_trace_bin75!$F$92,average_trace_bin75!$G$92)</c:f>
              <c:numCache>
                <c:formatCode>0.00E+00</c:formatCode>
                <c:ptCount val="2"/>
                <c:pt idx="0">
                  <c:v>4.8785000000000022E-5</c:v>
                </c:pt>
                <c:pt idx="1">
                  <c:v>8.9274000000000037E-6</c:v>
                </c:pt>
              </c:numCache>
            </c:numRef>
          </c:yVal>
        </c:ser>
        <c:ser>
          <c:idx val="11"/>
          <c:order val="11"/>
          <c:tx>
            <c:v>errup odds</c:v>
          </c:tx>
          <c:spPr>
            <a:ln w="28575">
              <a:noFill/>
            </a:ln>
          </c:spPr>
          <c:marker>
            <c:symbol val="dash"/>
            <c:size val="8"/>
            <c:spPr>
              <a:solidFill>
                <a:srgbClr val="FF0000"/>
              </a:solidFill>
              <a:ln>
                <a:noFill/>
              </a:ln>
            </c:spPr>
          </c:marker>
          <c:xVal>
            <c:numLit>
              <c:formatCode>General</c:formatCode>
              <c:ptCount val="4"/>
              <c:pt idx="0">
                <c:v>9</c:v>
              </c:pt>
              <c:pt idx="1">
                <c:v>11</c:v>
              </c:pt>
              <c:pt idx="2">
                <c:v>13</c:v>
              </c:pt>
              <c:pt idx="3">
                <c:v>15</c:v>
              </c:pt>
            </c:numLit>
          </c:xVal>
          <c:yVal>
            <c:numRef>
              <c:f>(average_trace_bin75!$F$95,average_trace_bin75!$AB$52,average_trace_bin75!$M$54,average_trace_bin75!$F$72)</c:f>
              <c:numCache>
                <c:formatCode>General</c:formatCode>
                <c:ptCount val="4"/>
                <c:pt idx="0">
                  <c:v>3.4360000000000002E-2</c:v>
                </c:pt>
                <c:pt idx="1">
                  <c:v>2.3616000000000002E-3</c:v>
                </c:pt>
                <c:pt idx="2">
                  <c:v>2.7800000000000009E-4</c:v>
                </c:pt>
                <c:pt idx="3" formatCode="0.00E+00">
                  <c:v>4.8822000000000021E-5</c:v>
                </c:pt>
              </c:numCache>
            </c:numRef>
          </c:yVal>
        </c:ser>
        <c:ser>
          <c:idx val="12"/>
          <c:order val="12"/>
          <c:tx>
            <c:v>errdown odds</c:v>
          </c:tx>
          <c:spPr>
            <a:ln w="28575">
              <a:noFill/>
            </a:ln>
          </c:spPr>
          <c:marker>
            <c:symbol val="dash"/>
            <c:size val="8"/>
            <c:spPr>
              <a:solidFill>
                <a:srgbClr val="FF0000"/>
              </a:solidFill>
              <a:ln>
                <a:noFill/>
              </a:ln>
            </c:spPr>
          </c:marker>
          <c:xVal>
            <c:numLit>
              <c:formatCode>General</c:formatCode>
              <c:ptCount val="4"/>
              <c:pt idx="0">
                <c:v>9</c:v>
              </c:pt>
              <c:pt idx="1">
                <c:v>11</c:v>
              </c:pt>
              <c:pt idx="2">
                <c:v>13</c:v>
              </c:pt>
              <c:pt idx="3">
                <c:v>15</c:v>
              </c:pt>
            </c:numLit>
          </c:xVal>
          <c:yVal>
            <c:numRef>
              <c:f>(average_trace_bin75!$G$95,average_trace_bin75!$AC$52,average_trace_bin75!$Q$95,average_trace_bin75!$G$92)</c:f>
              <c:numCache>
                <c:formatCode>General</c:formatCode>
                <c:ptCount val="4"/>
                <c:pt idx="0">
                  <c:v>1.3443000000000003E-3</c:v>
                </c:pt>
                <c:pt idx="1">
                  <c:v>1.3931000000000002E-4</c:v>
                </c:pt>
                <c:pt idx="2" formatCode="0.00E+00">
                  <c:v>2.3875000000000011E-5</c:v>
                </c:pt>
                <c:pt idx="3" formatCode="0.00E+00">
                  <c:v>8.9274000000000037E-6</c:v>
                </c:pt>
              </c:numCache>
            </c:numRef>
          </c:yVal>
        </c:ser>
        <c:ser>
          <c:idx val="13"/>
          <c:order val="13"/>
          <c:spPr>
            <a:ln w="15875">
              <a:solidFill>
                <a:srgbClr val="FF0000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9</c:v>
              </c:pt>
              <c:pt idx="1">
                <c:v>9</c:v>
              </c:pt>
            </c:numLit>
          </c:xVal>
          <c:yVal>
            <c:numRef>
              <c:f>(average_trace_bin75!$F$95,average_trace_bin75!$G$95)</c:f>
              <c:numCache>
                <c:formatCode>General</c:formatCode>
                <c:ptCount val="2"/>
                <c:pt idx="0">
                  <c:v>3.4360000000000002E-2</c:v>
                </c:pt>
                <c:pt idx="1">
                  <c:v>1.3443000000000003E-3</c:v>
                </c:pt>
              </c:numCache>
            </c:numRef>
          </c:yVal>
        </c:ser>
        <c:ser>
          <c:idx val="14"/>
          <c:order val="14"/>
          <c:spPr>
            <a:ln w="12700">
              <a:solidFill>
                <a:srgbClr val="FF0000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13</c:v>
              </c:pt>
              <c:pt idx="1">
                <c:v>13</c:v>
              </c:pt>
            </c:numLit>
          </c:xVal>
          <c:yVal>
            <c:numRef>
              <c:f>(average_trace_bin75!$M$54,average_trace_bin75!$N$54)</c:f>
              <c:numCache>
                <c:formatCode>0.00E+00</c:formatCode>
                <c:ptCount val="2"/>
                <c:pt idx="0" formatCode="General">
                  <c:v>2.7800000000000009E-4</c:v>
                </c:pt>
                <c:pt idx="1">
                  <c:v>2.3875000000000011E-5</c:v>
                </c:pt>
              </c:numCache>
            </c:numRef>
          </c:yVal>
        </c:ser>
        <c:ser>
          <c:idx val="15"/>
          <c:order val="15"/>
          <c:spPr>
            <a:ln w="15875">
              <a:solidFill>
                <a:srgbClr val="FF0000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11</c:v>
              </c:pt>
              <c:pt idx="1">
                <c:v>11</c:v>
              </c:pt>
            </c:numLit>
          </c:xVal>
          <c:yVal>
            <c:numRef>
              <c:f>(average_trace_bin75!$AB$52,average_trace_bin75!$AC$52)</c:f>
              <c:numCache>
                <c:formatCode>General</c:formatCode>
                <c:ptCount val="2"/>
                <c:pt idx="0">
                  <c:v>2.3616000000000002E-3</c:v>
                </c:pt>
                <c:pt idx="1">
                  <c:v>1.3931000000000002E-4</c:v>
                </c:pt>
              </c:numCache>
            </c:numRef>
          </c:yVal>
        </c:ser>
        <c:dLbls/>
        <c:axId val="57959552"/>
        <c:axId val="57961088"/>
      </c:scatterChart>
      <c:valAx>
        <c:axId val="57959552"/>
        <c:scaling>
          <c:orientation val="minMax"/>
          <c:max val="18"/>
          <c:min val="8"/>
        </c:scaling>
        <c:axPos val="b"/>
        <c:numFmt formatCode="General" sourceLinked="1"/>
        <c:tickLblPos val="nextTo"/>
        <c:crossAx val="57961088"/>
        <c:crossesAt val="1.0000000000000016E-6"/>
        <c:crossBetween val="midCat"/>
      </c:valAx>
      <c:valAx>
        <c:axId val="57961088"/>
        <c:scaling>
          <c:logBase val="10"/>
          <c:orientation val="minMax"/>
        </c:scaling>
        <c:axPos val="l"/>
        <c:numFmt formatCode="General" sourceLinked="1"/>
        <c:tickLblPos val="nextTo"/>
        <c:crossAx val="57959552"/>
        <c:crosses val="autoZero"/>
        <c:crossBetween val="midCat"/>
      </c:valAx>
    </c:plotArea>
    <c:plotVisOnly val="1"/>
    <c:dispBlanksAs val="gap"/>
  </c:chart>
  <c:externalData r:id="rId1"/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0.62608</cdr:x>
      <cdr:y>0.14236</cdr:y>
    </cdr:from>
    <cdr:to>
      <cdr:x>0.82608</cdr:x>
      <cdr:y>0.47569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2981706" y="390522"/>
          <a:ext cx="952500" cy="91439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l-GR" sz="1100"/>
            <a:t>β</a:t>
          </a:r>
          <a:r>
            <a:rPr lang="en-CA" sz="1100" baseline="-25000"/>
            <a:t>even</a:t>
          </a:r>
          <a:r>
            <a:rPr lang="en-CA" sz="1100"/>
            <a:t> = 1.08 </a:t>
          </a:r>
          <a:r>
            <a:rPr lang="el-GR" sz="1100"/>
            <a:t>η</a:t>
          </a:r>
          <a:r>
            <a:rPr lang="en-CA" sz="1100" baseline="-25000"/>
            <a:t>C</a:t>
          </a:r>
          <a:r>
            <a:rPr lang="en-CA" sz="1100" baseline="30000"/>
            <a:t>-1</a:t>
          </a:r>
        </a:p>
        <a:p xmlns:a="http://schemas.openxmlformats.org/drawingml/2006/main">
          <a:r>
            <a:rPr lang="en-CA" sz="1100" baseline="0"/>
            <a:t>log J</a:t>
          </a:r>
          <a:r>
            <a:rPr lang="en-CA" sz="1100" baseline="-25000"/>
            <a:t>o</a:t>
          </a:r>
          <a:r>
            <a:rPr lang="en-CA" sz="1100" baseline="0"/>
            <a:t> = 2.62</a:t>
          </a:r>
          <a:br>
            <a:rPr lang="en-CA" sz="1100" baseline="0"/>
          </a:br>
          <a:r>
            <a:rPr lang="en-CA" sz="1100" baseline="0"/>
            <a:t>R</a:t>
          </a:r>
          <a:r>
            <a:rPr lang="en-CA" sz="1100" baseline="30000"/>
            <a:t>2</a:t>
          </a:r>
          <a:r>
            <a:rPr lang="en-CA" sz="1100" baseline="0"/>
            <a:t> = .987</a:t>
          </a:r>
        </a:p>
      </cdr:txBody>
    </cdr:sp>
  </cdr:relSizeAnchor>
  <cdr:relSizeAnchor xmlns:cdr="http://schemas.openxmlformats.org/drawingml/2006/chartDrawing">
    <cdr:from>
      <cdr:x>0.20608</cdr:x>
      <cdr:y>0.64236</cdr:y>
    </cdr:from>
    <cdr:to>
      <cdr:x>0.40608</cdr:x>
      <cdr:y>0.97569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981456" y="1762113"/>
          <a:ext cx="952500" cy="91439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l-GR" sz="1100"/>
            <a:t>β</a:t>
          </a:r>
          <a:r>
            <a:rPr lang="en-CA" sz="1100" baseline="-25000"/>
            <a:t>odd</a:t>
          </a:r>
          <a:r>
            <a:rPr lang="en-CA" sz="1100"/>
            <a:t> = 0.97 </a:t>
          </a:r>
          <a:r>
            <a:rPr lang="el-GR" sz="1100"/>
            <a:t>η</a:t>
          </a:r>
          <a:r>
            <a:rPr lang="en-CA" sz="1100" baseline="-25000"/>
            <a:t>C</a:t>
          </a:r>
          <a:r>
            <a:rPr lang="en-CA" sz="1100" baseline="30000"/>
            <a:t>-1</a:t>
          </a:r>
        </a:p>
        <a:p xmlns:a="http://schemas.openxmlformats.org/drawingml/2006/main">
          <a:r>
            <a:rPr lang="en-CA" sz="1100" baseline="0"/>
            <a:t>log J</a:t>
          </a:r>
          <a:r>
            <a:rPr lang="en-CA" sz="1100" baseline="-25000"/>
            <a:t>o</a:t>
          </a:r>
          <a:r>
            <a:rPr lang="en-CA" sz="1100" baseline="0"/>
            <a:t> = 1.49</a:t>
          </a:r>
          <a:br>
            <a:rPr lang="en-CA" sz="1100" baseline="0"/>
          </a:br>
          <a:r>
            <a:rPr lang="en-CA" sz="1100" baseline="0"/>
            <a:t>R</a:t>
          </a:r>
          <a:r>
            <a:rPr lang="en-CA" sz="1100" baseline="30000"/>
            <a:t>2</a:t>
          </a:r>
          <a:r>
            <a:rPr lang="en-CA" sz="1100" baseline="0"/>
            <a:t> = 0.984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4C7ED-D91E-4FEF-A963-BD8E7F7E7820}" type="datetimeFigureOut">
              <a:rPr lang="en-CA" smtClean="0"/>
              <a:pPr/>
              <a:t>16/07/2012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5C8B2-C4D6-46A8-A873-6BF94368A27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125931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4C7ED-D91E-4FEF-A963-BD8E7F7E7820}" type="datetimeFigureOut">
              <a:rPr lang="en-CA" smtClean="0"/>
              <a:pPr/>
              <a:t>16/07/2012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5C8B2-C4D6-46A8-A873-6BF94368A27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2495929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4C7ED-D91E-4FEF-A963-BD8E7F7E7820}" type="datetimeFigureOut">
              <a:rPr lang="en-CA" smtClean="0"/>
              <a:pPr/>
              <a:t>16/07/2012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5C8B2-C4D6-46A8-A873-6BF94368A27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850786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4C7ED-D91E-4FEF-A963-BD8E7F7E7820}" type="datetimeFigureOut">
              <a:rPr lang="en-CA" smtClean="0"/>
              <a:pPr/>
              <a:t>16/07/2012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5C8B2-C4D6-46A8-A873-6BF94368A27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491483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4C7ED-D91E-4FEF-A963-BD8E7F7E7820}" type="datetimeFigureOut">
              <a:rPr lang="en-CA" smtClean="0"/>
              <a:pPr/>
              <a:t>16/07/2012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5C8B2-C4D6-46A8-A873-6BF94368A27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889342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4C7ED-D91E-4FEF-A963-BD8E7F7E7820}" type="datetimeFigureOut">
              <a:rPr lang="en-CA" smtClean="0"/>
              <a:pPr/>
              <a:t>16/07/2012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5C8B2-C4D6-46A8-A873-6BF94368A27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67451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4C7ED-D91E-4FEF-A963-BD8E7F7E7820}" type="datetimeFigureOut">
              <a:rPr lang="en-CA" smtClean="0"/>
              <a:pPr/>
              <a:t>16/07/2012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5C8B2-C4D6-46A8-A873-6BF94368A27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622604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4C7ED-D91E-4FEF-A963-BD8E7F7E7820}" type="datetimeFigureOut">
              <a:rPr lang="en-CA" smtClean="0"/>
              <a:pPr/>
              <a:t>16/07/2012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5C8B2-C4D6-46A8-A873-6BF94368A27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7951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4C7ED-D91E-4FEF-A963-BD8E7F7E7820}" type="datetimeFigureOut">
              <a:rPr lang="en-CA" smtClean="0"/>
              <a:pPr/>
              <a:t>16/07/2012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5C8B2-C4D6-46A8-A873-6BF94368A27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352503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4C7ED-D91E-4FEF-A963-BD8E7F7E7820}" type="datetimeFigureOut">
              <a:rPr lang="en-CA" smtClean="0"/>
              <a:pPr/>
              <a:t>16/07/2012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5C8B2-C4D6-46A8-A873-6BF94368A27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2205911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4C7ED-D91E-4FEF-A963-BD8E7F7E7820}" type="datetimeFigureOut">
              <a:rPr lang="en-CA" smtClean="0"/>
              <a:pPr/>
              <a:t>16/07/2012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5C8B2-C4D6-46A8-A873-6BF94368A27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117585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4C7ED-D91E-4FEF-A963-BD8E7F7E7820}" type="datetimeFigureOut">
              <a:rPr lang="en-CA" smtClean="0"/>
              <a:pPr/>
              <a:t>16/07/2012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5C8B2-C4D6-46A8-A873-6BF94368A27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248784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841921885"/>
              </p:ext>
            </p:extLst>
          </p:nvPr>
        </p:nvGraphicFramePr>
        <p:xfrm>
          <a:off x="1475656" y="332656"/>
          <a:ext cx="6696744" cy="50136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499992" y="5517232"/>
            <a:ext cx="1374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/>
              <a:t># Carbons</a:t>
            </a:r>
            <a:endParaRPr lang="en-CA" dirty="0"/>
          </a:p>
        </p:txBody>
      </p:sp>
      <p:sp>
        <p:nvSpPr>
          <p:cNvPr id="6" name="TextBox 5"/>
          <p:cNvSpPr txBox="1"/>
          <p:nvPr/>
        </p:nvSpPr>
        <p:spPr>
          <a:xfrm>
            <a:off x="755576" y="2636912"/>
            <a:ext cx="72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/>
              <a:t>log J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xmlns="" val="4013334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</Words>
  <Application>Microsoft Office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CarmMEC</dc:creator>
  <cp:lastModifiedBy>Martin</cp:lastModifiedBy>
  <cp:revision>3</cp:revision>
  <dcterms:created xsi:type="dcterms:W3CDTF">2012-05-24T20:20:50Z</dcterms:created>
  <dcterms:modified xsi:type="dcterms:W3CDTF">2012-07-16T19:03:26Z</dcterms:modified>
</cp:coreProperties>
</file>